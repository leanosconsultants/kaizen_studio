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6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2EBAF-5257-1814-B026-49BE4C1E50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FC88AD-5DAE-C252-16A3-954E47495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9B422-9DCD-E33B-49D8-280F1BF9F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BB557-48AF-427C-8CF3-427FADCE524E}" type="datetimeFigureOut">
              <a:rPr lang="en-CA" smtClean="0"/>
              <a:t>2026-04-26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6329-78D3-F159-B247-743A5FE63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90ABA-8C1B-6019-7390-4EF4567FD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3E47C-050B-4F05-9F2D-AE0C95004E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9004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10A2-6723-B19F-A10F-B06C9A0AF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ECADA-B4A9-2E00-FF39-8D1C5D934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AEE09-1567-D2FD-9E68-F070BB908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BB557-48AF-427C-8CF3-427FADCE524E}" type="datetimeFigureOut">
              <a:rPr lang="en-CA" smtClean="0"/>
              <a:t>2026-04-26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29862-117F-DE4B-1EB3-416CAA794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DD540-9694-09FE-0130-A6DA5729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3E47C-050B-4F05-9F2D-AE0C95004E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1167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F236F-6394-DB26-33B8-917DA7F0E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99731-BDD9-B7B4-03D1-717228581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C1367-2932-7447-C02E-FCEB3BC73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BB557-48AF-427C-8CF3-427FADCE524E}" type="datetimeFigureOut">
              <a:rPr lang="en-CA" smtClean="0"/>
              <a:t>2026-04-26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41019-0B0C-08A6-806A-3DFC98BD0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D7E20-80A3-1889-9D4F-099C946A1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3E47C-050B-4F05-9F2D-AE0C95004E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1965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3A0A1-3FA7-1FF6-CE81-C5E0EEAE5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7FF6C-7644-BF48-7160-A31C7B05B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B03D84-FF74-CB17-BDD1-F576A0398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5B3C7-2039-9C30-DE86-0E8D2EE3B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BB557-48AF-427C-8CF3-427FADCE524E}" type="datetimeFigureOut">
              <a:rPr lang="en-CA" smtClean="0"/>
              <a:t>2026-04-26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3C7FF3-B9BC-EEF7-BBC0-152058D7F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8AE0F-EF14-E52A-8631-BAA92E658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3E47C-050B-4F05-9F2D-AE0C95004E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171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7363-36D8-7C42-7B0A-7E7D021EE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A4D2A-B56F-DB40-D441-1B8DEC113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AF68D-FEB6-6790-F7D7-1498458E6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7E1A9D-6DC0-D74D-A87C-11EE3F213B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DFB71-8AA3-B19B-3860-52EB675FAE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D0F8B0-1A06-4EEE-5382-98CAC6D93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BB557-48AF-427C-8CF3-427FADCE524E}" type="datetimeFigureOut">
              <a:rPr lang="en-CA" smtClean="0"/>
              <a:t>2026-04-26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8D4DDA-C7E9-0CA3-002E-60737C918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89C139-2664-3E3E-78E5-6631B36F4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3E47C-050B-4F05-9F2D-AE0C95004E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9844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8C124-1E5B-36A8-0984-6FB85B261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68FCE8-5437-5939-070B-A440B8F66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BB557-48AF-427C-8CF3-427FADCE524E}" type="datetimeFigureOut">
              <a:rPr lang="en-CA" smtClean="0"/>
              <a:t>2026-04-26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5684FD-F5BD-3548-DCD2-850E69AF7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06FF1-5AD8-DE19-D803-28B0B2F3A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3E47C-050B-4F05-9F2D-AE0C95004E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1188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5FFFBF-6CD2-0CEB-9588-E2BCC0B1D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BB557-48AF-427C-8CF3-427FADCE524E}" type="datetimeFigureOut">
              <a:rPr lang="en-CA" smtClean="0"/>
              <a:t>2026-04-26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B4028B-756E-35A7-5DEB-B20100DEF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41630-026B-8F0C-464C-BFDEFC67E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3E47C-050B-4F05-9F2D-AE0C95004E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2350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1F445-618C-ABC5-0BFA-2BC49E47D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B8B7A-7023-0872-A0B3-ABE96F414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1A9FEB-8271-52E0-3F13-1EECA9EED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627E6-ABC4-8F24-638B-3361E541E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BB557-48AF-427C-8CF3-427FADCE524E}" type="datetimeFigureOut">
              <a:rPr lang="en-CA" smtClean="0"/>
              <a:t>2026-04-26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07D28-ED87-126C-4439-2444DB494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6B05A-A596-5ABE-AD84-7DDFEEF7B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3E47C-050B-4F05-9F2D-AE0C95004E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5300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2576E-5F42-F8A5-147D-87650EF01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3DE1BC-7F29-7F0F-DF76-0D171C35D8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A3D919-59D2-99D2-7584-A611BCF4E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2423D-1159-8A53-54C8-38C510965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BB557-48AF-427C-8CF3-427FADCE524E}" type="datetimeFigureOut">
              <a:rPr lang="en-CA" smtClean="0"/>
              <a:t>2026-04-26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FDEC8-3411-2C86-5F10-668777E99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6B73D-0EC8-CD7C-443C-6906F9730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3E47C-050B-4F05-9F2D-AE0C95004E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3486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DF80F-3778-CB70-D3AE-322F787AA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0A6EE0-8D93-0676-5085-41B23BFFE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1ECAC-CD55-F592-0A2D-26F3CDAF4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BB557-48AF-427C-8CF3-427FADCE524E}" type="datetimeFigureOut">
              <a:rPr lang="en-CA" smtClean="0"/>
              <a:t>2026-04-26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29E1A-3336-C47A-A6E4-E02C4FF07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8D4E0-88E3-4A14-76ED-56BF62D66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3E47C-050B-4F05-9F2D-AE0C95004E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514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A34CFB-5D0C-2182-9F7B-4DFBE5AC72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10376-C0E9-994D-B40A-35B6DE569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287AB-E03D-4E2B-4A14-EB39F3EFD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BB557-48AF-427C-8CF3-427FADCE524E}" type="datetimeFigureOut">
              <a:rPr lang="en-CA" smtClean="0"/>
              <a:t>2026-04-26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6B309-0320-BC25-A48A-CEA0A67F4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EF0A9-622C-8E06-094C-A584593C5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3E47C-050B-4F05-9F2D-AE0C95004E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93593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3403BC-1AFC-8925-62E8-F3215CED5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7D745-8473-4FB9-7F78-D787FCFC8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1DDB3-D1A5-C66E-50F2-1F4CC4895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CBB557-48AF-427C-8CF3-427FADCE524E}" type="datetimeFigureOut">
              <a:rPr lang="en-CA" smtClean="0"/>
              <a:t>2026-04-26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CF2B9-8EB6-59FC-649E-4D70490E8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D846D-100A-3687-1ACC-F704BB963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83E47C-050B-4F05-9F2D-AE0C95004E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9290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73FCA1-7570-79FB-C61B-3D3935EAE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530" y="1112392"/>
            <a:ext cx="6235939" cy="490731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67D7850-756F-71B1-C12F-D79214A6D97B}"/>
              </a:ext>
            </a:extLst>
          </p:cNvPr>
          <p:cNvSpPr/>
          <p:nvPr/>
        </p:nvSpPr>
        <p:spPr>
          <a:xfrm>
            <a:off x="6879422" y="1285329"/>
            <a:ext cx="2150919" cy="7065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72D94FE-364B-5523-ACCB-6BB176ADB578}"/>
              </a:ext>
            </a:extLst>
          </p:cNvPr>
          <p:cNvGrpSpPr/>
          <p:nvPr/>
        </p:nvGrpSpPr>
        <p:grpSpPr>
          <a:xfrm>
            <a:off x="8326162" y="6200854"/>
            <a:ext cx="1082134" cy="556308"/>
            <a:chOff x="8437030" y="6079241"/>
            <a:chExt cx="1082134" cy="55630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5F6ECD7-80A5-040A-A0EF-DA0ECCDC4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37030" y="6079241"/>
              <a:ext cx="1082134" cy="556308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FBBF893-8490-2CE8-59A2-C9A2DCBCA414}"/>
                </a:ext>
              </a:extLst>
            </p:cNvPr>
            <p:cNvSpPr/>
            <p:nvPr/>
          </p:nvSpPr>
          <p:spPr>
            <a:xfrm>
              <a:off x="8574405" y="6246495"/>
              <a:ext cx="731520" cy="241935"/>
            </a:xfrm>
            <a:prstGeom prst="rect">
              <a:avLst/>
            </a:prstGeom>
            <a:solidFill>
              <a:srgbClr val="2563EB"/>
            </a:solidFill>
            <a:ln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Next</a:t>
              </a: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0EF459A-C4D5-83F5-A166-8C5F45641785}"/>
              </a:ext>
            </a:extLst>
          </p:cNvPr>
          <p:cNvSpPr/>
          <p:nvPr/>
        </p:nvSpPr>
        <p:spPr>
          <a:xfrm>
            <a:off x="1757679" y="99270"/>
            <a:ext cx="8676640" cy="43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5EA2D6B-61E1-74FC-FCA5-40E3335AEA9C}"/>
              </a:ext>
            </a:extLst>
          </p:cNvPr>
          <p:cNvSpPr/>
          <p:nvPr/>
        </p:nvSpPr>
        <p:spPr>
          <a:xfrm>
            <a:off x="1755648" y="99270"/>
            <a:ext cx="2017776" cy="436928"/>
          </a:xfrm>
          <a:prstGeom prst="roundRect">
            <a:avLst/>
          </a:prstGeom>
          <a:gradFill flip="none" rotWithShape="1">
            <a:gsLst>
              <a:gs pos="0">
                <a:srgbClr val="2563EB"/>
              </a:gs>
              <a:gs pos="91000">
                <a:srgbClr val="2563EB">
                  <a:alpha val="73000"/>
                  <a:lumMod val="53000"/>
                  <a:lumOff val="47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Study Information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2CDCB76-B7A5-CD84-DB18-D17B9533A701}"/>
              </a:ext>
            </a:extLst>
          </p:cNvPr>
          <p:cNvSpPr/>
          <p:nvPr/>
        </p:nvSpPr>
        <p:spPr>
          <a:xfrm>
            <a:off x="3773424" y="107970"/>
            <a:ext cx="2017776" cy="436928"/>
          </a:xfrm>
          <a:prstGeom prst="roundRect">
            <a:avLst/>
          </a:prstGeom>
          <a:gradFill flip="none" rotWithShape="1">
            <a:gsLst>
              <a:gs pos="0">
                <a:srgbClr val="2563EB"/>
              </a:gs>
              <a:gs pos="91000">
                <a:srgbClr val="2563EB">
                  <a:alpha val="73000"/>
                  <a:lumMod val="53000"/>
                  <a:lumOff val="47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Upload Media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96A14FA-7CA6-84C6-8C47-93128D06CA7D}"/>
              </a:ext>
            </a:extLst>
          </p:cNvPr>
          <p:cNvSpPr/>
          <p:nvPr/>
        </p:nvSpPr>
        <p:spPr>
          <a:xfrm>
            <a:off x="5789169" y="99068"/>
            <a:ext cx="2017776" cy="436928"/>
          </a:xfrm>
          <a:prstGeom prst="roundRect">
            <a:avLst/>
          </a:prstGeom>
          <a:gradFill flip="none" rotWithShape="1">
            <a:gsLst>
              <a:gs pos="0">
                <a:srgbClr val="2563EB"/>
              </a:gs>
              <a:gs pos="91000">
                <a:srgbClr val="2563EB">
                  <a:alpha val="73000"/>
                  <a:lumMod val="53000"/>
                  <a:lumOff val="47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Process Step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978A043-9CB3-E9A5-B4AB-9E9F9A4E5919}"/>
              </a:ext>
            </a:extLst>
          </p:cNvPr>
          <p:cNvSpPr/>
          <p:nvPr/>
        </p:nvSpPr>
        <p:spPr>
          <a:xfrm>
            <a:off x="7811009" y="100838"/>
            <a:ext cx="2623309" cy="436928"/>
          </a:xfrm>
          <a:prstGeom prst="roundRect">
            <a:avLst/>
          </a:prstGeom>
          <a:gradFill flip="none" rotWithShape="1">
            <a:gsLst>
              <a:gs pos="0">
                <a:srgbClr val="2563EB"/>
              </a:gs>
              <a:gs pos="91000">
                <a:srgbClr val="2563EB">
                  <a:alpha val="73000"/>
                  <a:lumMod val="53000"/>
                  <a:lumOff val="47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dirty="0"/>
              <a:t>Observed Problems</a:t>
            </a:r>
          </a:p>
        </p:txBody>
      </p:sp>
    </p:spTree>
    <p:extLst>
      <p:ext uri="{BB962C8B-B14F-4D97-AF65-F5344CB8AC3E}">
        <p14:creationId xmlns:p14="http://schemas.microsoft.com/office/powerpoint/2010/main" val="1318411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42301-5373-6B7D-8332-7978E2251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49DBA9-0E31-242A-0277-A14D04B82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434" y="868306"/>
            <a:ext cx="6497132" cy="512138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F00A4EF-6964-91BF-FDDC-D8B8C7D093A2}"/>
              </a:ext>
            </a:extLst>
          </p:cNvPr>
          <p:cNvGrpSpPr/>
          <p:nvPr/>
        </p:nvGrpSpPr>
        <p:grpSpPr>
          <a:xfrm>
            <a:off x="8437030" y="6079241"/>
            <a:ext cx="1082134" cy="556308"/>
            <a:chOff x="8437030" y="6079241"/>
            <a:chExt cx="1082134" cy="55630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6A05E25-B6D4-EED3-29EB-02D526B47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37030" y="6079241"/>
              <a:ext cx="1082134" cy="556308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5072020-A064-535C-721D-033ACC331963}"/>
                </a:ext>
              </a:extLst>
            </p:cNvPr>
            <p:cNvSpPr/>
            <p:nvPr/>
          </p:nvSpPr>
          <p:spPr>
            <a:xfrm>
              <a:off x="8574405" y="6246495"/>
              <a:ext cx="731520" cy="241935"/>
            </a:xfrm>
            <a:prstGeom prst="rect">
              <a:avLst/>
            </a:prstGeom>
            <a:solidFill>
              <a:srgbClr val="2563EB"/>
            </a:solidFill>
            <a:ln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Next</a:t>
              </a: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D064CD4-ED90-2576-DA36-06F17420847A}"/>
              </a:ext>
            </a:extLst>
          </p:cNvPr>
          <p:cNvSpPr/>
          <p:nvPr/>
        </p:nvSpPr>
        <p:spPr>
          <a:xfrm>
            <a:off x="1757679" y="99270"/>
            <a:ext cx="8676640" cy="43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1404C71-B6F0-1EC3-7BCD-F62A688E509C}"/>
              </a:ext>
            </a:extLst>
          </p:cNvPr>
          <p:cNvSpPr/>
          <p:nvPr/>
        </p:nvSpPr>
        <p:spPr>
          <a:xfrm>
            <a:off x="1755648" y="99270"/>
            <a:ext cx="2017776" cy="436928"/>
          </a:xfrm>
          <a:prstGeom prst="roundRect">
            <a:avLst/>
          </a:prstGeom>
          <a:gradFill flip="none" rotWithShape="1">
            <a:gsLst>
              <a:gs pos="0">
                <a:srgbClr val="2563EB"/>
              </a:gs>
              <a:gs pos="91000">
                <a:srgbClr val="2563EB">
                  <a:alpha val="73000"/>
                  <a:lumMod val="53000"/>
                  <a:lumOff val="47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Study Information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3948239-C330-D38B-636F-2275EE9549F9}"/>
              </a:ext>
            </a:extLst>
          </p:cNvPr>
          <p:cNvSpPr/>
          <p:nvPr/>
        </p:nvSpPr>
        <p:spPr>
          <a:xfrm>
            <a:off x="3773424" y="107970"/>
            <a:ext cx="2017776" cy="436928"/>
          </a:xfrm>
          <a:prstGeom prst="roundRect">
            <a:avLst/>
          </a:prstGeom>
          <a:gradFill flip="none" rotWithShape="1">
            <a:gsLst>
              <a:gs pos="0">
                <a:srgbClr val="2563EB"/>
              </a:gs>
              <a:gs pos="91000">
                <a:srgbClr val="2563EB">
                  <a:alpha val="73000"/>
                  <a:lumMod val="53000"/>
                  <a:lumOff val="47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Upload Media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5EE84AC-F379-4A8B-D48E-8C5B4096F3D5}"/>
              </a:ext>
            </a:extLst>
          </p:cNvPr>
          <p:cNvSpPr/>
          <p:nvPr/>
        </p:nvSpPr>
        <p:spPr>
          <a:xfrm>
            <a:off x="5789169" y="99068"/>
            <a:ext cx="2017776" cy="436928"/>
          </a:xfrm>
          <a:prstGeom prst="roundRect">
            <a:avLst/>
          </a:prstGeom>
          <a:gradFill flip="none" rotWithShape="1">
            <a:gsLst>
              <a:gs pos="0">
                <a:srgbClr val="2563EB"/>
              </a:gs>
              <a:gs pos="91000">
                <a:srgbClr val="2563EB">
                  <a:alpha val="73000"/>
                  <a:lumMod val="53000"/>
                  <a:lumOff val="47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Process Step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FCACB8F-10AC-51AF-F6DA-FB70D144DA4D}"/>
              </a:ext>
            </a:extLst>
          </p:cNvPr>
          <p:cNvSpPr/>
          <p:nvPr/>
        </p:nvSpPr>
        <p:spPr>
          <a:xfrm>
            <a:off x="7811009" y="100838"/>
            <a:ext cx="2623309" cy="436928"/>
          </a:xfrm>
          <a:prstGeom prst="roundRect">
            <a:avLst/>
          </a:prstGeom>
          <a:gradFill flip="none" rotWithShape="1">
            <a:gsLst>
              <a:gs pos="0">
                <a:srgbClr val="2563EB"/>
              </a:gs>
              <a:gs pos="91000">
                <a:srgbClr val="2563EB">
                  <a:alpha val="73000"/>
                  <a:lumMod val="53000"/>
                  <a:lumOff val="47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dirty="0"/>
              <a:t>Observed Problems</a:t>
            </a:r>
          </a:p>
        </p:txBody>
      </p:sp>
    </p:spTree>
    <p:extLst>
      <p:ext uri="{BB962C8B-B14F-4D97-AF65-F5344CB8AC3E}">
        <p14:creationId xmlns:p14="http://schemas.microsoft.com/office/powerpoint/2010/main" val="2717856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ED789-7949-56B6-8BCC-305DD79E7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9D5FD02-315E-12F2-868D-03E7A9757759}"/>
              </a:ext>
            </a:extLst>
          </p:cNvPr>
          <p:cNvGrpSpPr/>
          <p:nvPr/>
        </p:nvGrpSpPr>
        <p:grpSpPr>
          <a:xfrm>
            <a:off x="8437030" y="6079241"/>
            <a:ext cx="1082134" cy="556308"/>
            <a:chOff x="8437030" y="6079241"/>
            <a:chExt cx="1082134" cy="55630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E95E160-CF95-FA82-4C1A-DA1157378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37030" y="6079241"/>
              <a:ext cx="1082134" cy="556308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4918191-5C8A-5CF6-9273-34603943063A}"/>
                </a:ext>
              </a:extLst>
            </p:cNvPr>
            <p:cNvSpPr/>
            <p:nvPr/>
          </p:nvSpPr>
          <p:spPr>
            <a:xfrm>
              <a:off x="8574405" y="6246495"/>
              <a:ext cx="731520" cy="241935"/>
            </a:xfrm>
            <a:prstGeom prst="rect">
              <a:avLst/>
            </a:prstGeom>
            <a:solidFill>
              <a:srgbClr val="2563EB"/>
            </a:solidFill>
            <a:ln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Next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2C18C37-52B8-44E1-D156-5F5071A7B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133" y="569967"/>
            <a:ext cx="7289031" cy="37286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5F11DE-975C-EAE9-0C99-1C8FB01043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2580" y="1118846"/>
            <a:ext cx="772210" cy="37086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12F4B54-B7EC-43F1-0691-029671F3C97A}"/>
              </a:ext>
            </a:extLst>
          </p:cNvPr>
          <p:cNvSpPr/>
          <p:nvPr/>
        </p:nvSpPr>
        <p:spPr>
          <a:xfrm>
            <a:off x="7315200" y="762000"/>
            <a:ext cx="721360" cy="426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06E652-3E24-5079-B458-1BA170F93B7A}"/>
              </a:ext>
            </a:extLst>
          </p:cNvPr>
          <p:cNvSpPr/>
          <p:nvPr/>
        </p:nvSpPr>
        <p:spPr>
          <a:xfrm>
            <a:off x="5956300" y="1574800"/>
            <a:ext cx="747421" cy="30734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EEB74DD-FF80-787C-E202-8162839088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574800"/>
            <a:ext cx="394362" cy="307340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C85B376-5C28-6CA3-FDD8-02DE6079FD4A}"/>
              </a:ext>
            </a:extLst>
          </p:cNvPr>
          <p:cNvSpPr/>
          <p:nvPr/>
        </p:nvSpPr>
        <p:spPr>
          <a:xfrm>
            <a:off x="6349999" y="1640840"/>
            <a:ext cx="309881" cy="17018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E202DF58-EA4E-B500-9C88-140D5A83C53F}"/>
              </a:ext>
            </a:extLst>
          </p:cNvPr>
          <p:cNvSpPr/>
          <p:nvPr/>
        </p:nvSpPr>
        <p:spPr>
          <a:xfrm rot="16200000">
            <a:off x="6402523" y="1659438"/>
            <a:ext cx="159119" cy="121922"/>
          </a:xfrm>
          <a:prstGeom prst="triangl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969F638-45E1-7325-6E32-59338DB2FD58}"/>
              </a:ext>
            </a:extLst>
          </p:cNvPr>
          <p:cNvSpPr/>
          <p:nvPr/>
        </p:nvSpPr>
        <p:spPr>
          <a:xfrm>
            <a:off x="6602730" y="1551940"/>
            <a:ext cx="743003" cy="7112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4304ED5-2C0B-8A47-A517-5A20FFD808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6938009" y="1574800"/>
            <a:ext cx="377191" cy="307340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9734554-2A3F-68BD-F426-396F8598EDFC}"/>
              </a:ext>
            </a:extLst>
          </p:cNvPr>
          <p:cNvSpPr/>
          <p:nvPr/>
        </p:nvSpPr>
        <p:spPr>
          <a:xfrm>
            <a:off x="6971663" y="1637850"/>
            <a:ext cx="309881" cy="17018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0664C210-9319-6C28-6509-B31EAFC153D3}"/>
              </a:ext>
            </a:extLst>
          </p:cNvPr>
          <p:cNvSpPr/>
          <p:nvPr/>
        </p:nvSpPr>
        <p:spPr>
          <a:xfrm rot="5400000">
            <a:off x="7071838" y="1667509"/>
            <a:ext cx="159119" cy="121922"/>
          </a:xfrm>
          <a:prstGeom prst="triangl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0B617C7-0E51-7A88-FADC-C896D222C083}"/>
              </a:ext>
            </a:extLst>
          </p:cNvPr>
          <p:cNvSpPr/>
          <p:nvPr/>
        </p:nvSpPr>
        <p:spPr>
          <a:xfrm>
            <a:off x="5741670" y="1905000"/>
            <a:ext cx="1030303" cy="29146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03F3EEA-52FF-A38C-39DC-D4363E27AF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1293" y="1551940"/>
            <a:ext cx="1098947" cy="33728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FDD71D5-F0C5-6568-6C97-1A6BE3E2AB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7741" y="2286000"/>
            <a:ext cx="1257459" cy="298717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486D216-3FAB-689B-EBF6-AEE7092CB1E1}"/>
              </a:ext>
            </a:extLst>
          </p:cNvPr>
          <p:cNvSpPr/>
          <p:nvPr/>
        </p:nvSpPr>
        <p:spPr>
          <a:xfrm>
            <a:off x="4409440" y="2584717"/>
            <a:ext cx="1442720" cy="33374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EEC9D44-12BF-1C1C-595C-1E24337AD3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3344" y="2626360"/>
            <a:ext cx="2936293" cy="293321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9A0430C-3A50-A938-7997-6A26FCE45A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3344" y="5601222"/>
            <a:ext cx="2873925" cy="114689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574ED09-2E79-CEA0-E0AD-31B6913CDB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24" y="4053842"/>
            <a:ext cx="1861200" cy="131650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B76EF7D-2B39-68CB-6490-DCF55222897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90508" y="5376934"/>
            <a:ext cx="1890000" cy="296677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96D46EB-132D-5DF8-CD30-050719F38C52}"/>
              </a:ext>
            </a:extLst>
          </p:cNvPr>
          <p:cNvSpPr/>
          <p:nvPr/>
        </p:nvSpPr>
        <p:spPr>
          <a:xfrm>
            <a:off x="7620000" y="1732280"/>
            <a:ext cx="1407160" cy="243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68232C0-2D22-FCEF-D85F-38B2B4294D80}"/>
              </a:ext>
            </a:extLst>
          </p:cNvPr>
          <p:cNvSpPr/>
          <p:nvPr/>
        </p:nvSpPr>
        <p:spPr>
          <a:xfrm>
            <a:off x="1757679" y="99270"/>
            <a:ext cx="8676640" cy="43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265E754-91C2-3BD8-710D-D3360A94B0F2}"/>
              </a:ext>
            </a:extLst>
          </p:cNvPr>
          <p:cNvSpPr/>
          <p:nvPr/>
        </p:nvSpPr>
        <p:spPr>
          <a:xfrm>
            <a:off x="1755648" y="99270"/>
            <a:ext cx="2017776" cy="436928"/>
          </a:xfrm>
          <a:prstGeom prst="roundRect">
            <a:avLst/>
          </a:prstGeom>
          <a:gradFill flip="none" rotWithShape="1">
            <a:gsLst>
              <a:gs pos="0">
                <a:srgbClr val="2563EB"/>
              </a:gs>
              <a:gs pos="91000">
                <a:srgbClr val="2563EB">
                  <a:alpha val="73000"/>
                  <a:lumMod val="53000"/>
                  <a:lumOff val="47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Study Information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23AA083-D058-CC5D-F971-34F68478B8E0}"/>
              </a:ext>
            </a:extLst>
          </p:cNvPr>
          <p:cNvSpPr/>
          <p:nvPr/>
        </p:nvSpPr>
        <p:spPr>
          <a:xfrm>
            <a:off x="3773424" y="107970"/>
            <a:ext cx="2017776" cy="436928"/>
          </a:xfrm>
          <a:prstGeom prst="roundRect">
            <a:avLst/>
          </a:prstGeom>
          <a:gradFill flip="none" rotWithShape="1">
            <a:gsLst>
              <a:gs pos="0">
                <a:srgbClr val="2563EB"/>
              </a:gs>
              <a:gs pos="91000">
                <a:srgbClr val="2563EB">
                  <a:alpha val="73000"/>
                  <a:lumMod val="53000"/>
                  <a:lumOff val="47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Upload Media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781EDED-89AC-7255-D3B2-AFA63433D91D}"/>
              </a:ext>
            </a:extLst>
          </p:cNvPr>
          <p:cNvSpPr/>
          <p:nvPr/>
        </p:nvSpPr>
        <p:spPr>
          <a:xfrm>
            <a:off x="5789169" y="99068"/>
            <a:ext cx="2017776" cy="436928"/>
          </a:xfrm>
          <a:prstGeom prst="roundRect">
            <a:avLst/>
          </a:prstGeom>
          <a:gradFill flip="none" rotWithShape="1">
            <a:gsLst>
              <a:gs pos="0">
                <a:srgbClr val="2563EB"/>
              </a:gs>
              <a:gs pos="91000">
                <a:srgbClr val="2563EB">
                  <a:alpha val="73000"/>
                  <a:lumMod val="53000"/>
                  <a:lumOff val="47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Process Step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43624D8-A6CF-75FE-4DF3-F193E85065E1}"/>
              </a:ext>
            </a:extLst>
          </p:cNvPr>
          <p:cNvSpPr/>
          <p:nvPr/>
        </p:nvSpPr>
        <p:spPr>
          <a:xfrm>
            <a:off x="7811009" y="100838"/>
            <a:ext cx="2623309" cy="436928"/>
          </a:xfrm>
          <a:prstGeom prst="roundRect">
            <a:avLst/>
          </a:prstGeom>
          <a:gradFill flip="none" rotWithShape="1">
            <a:gsLst>
              <a:gs pos="0">
                <a:srgbClr val="2563EB"/>
              </a:gs>
              <a:gs pos="91000">
                <a:srgbClr val="2563EB">
                  <a:alpha val="73000"/>
                  <a:lumMod val="53000"/>
                  <a:lumOff val="47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dirty="0"/>
              <a:t>Observed Problems</a:t>
            </a:r>
          </a:p>
        </p:txBody>
      </p:sp>
    </p:spTree>
    <p:extLst>
      <p:ext uri="{BB962C8B-B14F-4D97-AF65-F5344CB8AC3E}">
        <p14:creationId xmlns:p14="http://schemas.microsoft.com/office/powerpoint/2010/main" val="1655024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FBC7A-5428-3E9B-003D-537660009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75CFDF3-5DEC-EDF3-3651-95E3AFE33A5B}"/>
              </a:ext>
            </a:extLst>
          </p:cNvPr>
          <p:cNvGrpSpPr/>
          <p:nvPr/>
        </p:nvGrpSpPr>
        <p:grpSpPr>
          <a:xfrm>
            <a:off x="8206740" y="6079241"/>
            <a:ext cx="1312424" cy="556308"/>
            <a:chOff x="8437030" y="6079241"/>
            <a:chExt cx="1082134" cy="55630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3FECCFF-4E0D-9329-EA79-6E0FCA901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37030" y="6079241"/>
              <a:ext cx="1082134" cy="556308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7FC2F1-203F-6948-B54D-E37569281B0A}"/>
                </a:ext>
              </a:extLst>
            </p:cNvPr>
            <p:cNvSpPr/>
            <p:nvPr/>
          </p:nvSpPr>
          <p:spPr>
            <a:xfrm>
              <a:off x="8559752" y="6236427"/>
              <a:ext cx="767316" cy="241935"/>
            </a:xfrm>
            <a:prstGeom prst="rect">
              <a:avLst/>
            </a:prstGeom>
            <a:solidFill>
              <a:srgbClr val="2563EB"/>
            </a:solidFill>
            <a:ln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Submit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1AA3DBD7-4A65-477A-9CDC-98FFB8367452}"/>
              </a:ext>
            </a:extLst>
          </p:cNvPr>
          <p:cNvSpPr/>
          <p:nvPr/>
        </p:nvSpPr>
        <p:spPr>
          <a:xfrm>
            <a:off x="7315200" y="762000"/>
            <a:ext cx="721360" cy="426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2789D1D-DF57-DE3C-EFC7-0B858C6BE921}"/>
              </a:ext>
            </a:extLst>
          </p:cNvPr>
          <p:cNvSpPr/>
          <p:nvPr/>
        </p:nvSpPr>
        <p:spPr>
          <a:xfrm>
            <a:off x="1757679" y="99270"/>
            <a:ext cx="8676640" cy="43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0BDC3D1-0999-F545-B938-E0AD3F6E7D91}"/>
              </a:ext>
            </a:extLst>
          </p:cNvPr>
          <p:cNvSpPr/>
          <p:nvPr/>
        </p:nvSpPr>
        <p:spPr>
          <a:xfrm>
            <a:off x="1755648" y="99270"/>
            <a:ext cx="2017776" cy="436928"/>
          </a:xfrm>
          <a:prstGeom prst="roundRect">
            <a:avLst/>
          </a:prstGeom>
          <a:gradFill flip="none" rotWithShape="1">
            <a:gsLst>
              <a:gs pos="0">
                <a:srgbClr val="2563EB"/>
              </a:gs>
              <a:gs pos="91000">
                <a:srgbClr val="2563EB">
                  <a:alpha val="73000"/>
                  <a:lumMod val="53000"/>
                  <a:lumOff val="47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Study Information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5F6CE78-6953-1DFE-E539-6E6B6FA4AD11}"/>
              </a:ext>
            </a:extLst>
          </p:cNvPr>
          <p:cNvSpPr/>
          <p:nvPr/>
        </p:nvSpPr>
        <p:spPr>
          <a:xfrm>
            <a:off x="3773424" y="107970"/>
            <a:ext cx="2017776" cy="436928"/>
          </a:xfrm>
          <a:prstGeom prst="roundRect">
            <a:avLst/>
          </a:prstGeom>
          <a:gradFill flip="none" rotWithShape="1">
            <a:gsLst>
              <a:gs pos="0">
                <a:srgbClr val="2563EB"/>
              </a:gs>
              <a:gs pos="91000">
                <a:srgbClr val="2563EB">
                  <a:alpha val="73000"/>
                  <a:lumMod val="53000"/>
                  <a:lumOff val="47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Upload Media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2971BA1-A058-583F-90AC-F9B956C434DE}"/>
              </a:ext>
            </a:extLst>
          </p:cNvPr>
          <p:cNvSpPr/>
          <p:nvPr/>
        </p:nvSpPr>
        <p:spPr>
          <a:xfrm>
            <a:off x="5789169" y="99068"/>
            <a:ext cx="2017776" cy="436928"/>
          </a:xfrm>
          <a:prstGeom prst="roundRect">
            <a:avLst/>
          </a:prstGeom>
          <a:gradFill flip="none" rotWithShape="1">
            <a:gsLst>
              <a:gs pos="0">
                <a:srgbClr val="2563EB"/>
              </a:gs>
              <a:gs pos="91000">
                <a:srgbClr val="2563EB">
                  <a:alpha val="73000"/>
                  <a:lumMod val="53000"/>
                  <a:lumOff val="47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Process Step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713CB3A-97E2-CF19-0909-31A47B420855}"/>
              </a:ext>
            </a:extLst>
          </p:cNvPr>
          <p:cNvSpPr/>
          <p:nvPr/>
        </p:nvSpPr>
        <p:spPr>
          <a:xfrm>
            <a:off x="7811009" y="100838"/>
            <a:ext cx="2623309" cy="436928"/>
          </a:xfrm>
          <a:prstGeom prst="roundRect">
            <a:avLst/>
          </a:prstGeom>
          <a:gradFill flip="none" rotWithShape="1">
            <a:gsLst>
              <a:gs pos="0">
                <a:srgbClr val="2563EB"/>
              </a:gs>
              <a:gs pos="91000">
                <a:srgbClr val="2563EB">
                  <a:alpha val="73000"/>
                  <a:lumMod val="53000"/>
                  <a:lumOff val="47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dirty="0"/>
              <a:t>Observed Problems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06FF84-3027-602D-ADA8-E4A132F4F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699" y="1008607"/>
            <a:ext cx="7344602" cy="12136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9BCA50-B572-632D-A30D-43F9D2BEE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2515" y="1501091"/>
            <a:ext cx="882668" cy="42672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3B31251-A091-D6A3-2EA5-6B654156B1C0}"/>
              </a:ext>
            </a:extLst>
          </p:cNvPr>
          <p:cNvSpPr/>
          <p:nvPr/>
        </p:nvSpPr>
        <p:spPr>
          <a:xfrm>
            <a:off x="8839200" y="1188720"/>
            <a:ext cx="787400" cy="31237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6205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36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 Tamakuwala</dc:creator>
  <cp:lastModifiedBy>Parth Tamakuwala</cp:lastModifiedBy>
  <cp:revision>1</cp:revision>
  <dcterms:created xsi:type="dcterms:W3CDTF">2026-04-26T17:47:48Z</dcterms:created>
  <dcterms:modified xsi:type="dcterms:W3CDTF">2026-04-26T18:28:14Z</dcterms:modified>
</cp:coreProperties>
</file>